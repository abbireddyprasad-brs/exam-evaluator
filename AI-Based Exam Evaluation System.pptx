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3" r:id="rId5"/>
    <p:sldId id="265" r:id="rId6"/>
    <p:sldId id="267" r:id="rId7"/>
    <p:sldId id="269" r:id="rId8"/>
    <p:sldId id="272" r:id="rId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965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368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254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5769864"/>
            <a:ext cx="12984480" cy="3657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22960" y="3474720"/>
            <a:ext cx="1298448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10"/>
              </a:lnSpc>
              <a:buNone/>
            </a:pPr>
            <a:r>
              <a:rPr lang="en-US" sz="641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AI-Based Exam Evaluation System</a:t>
            </a:r>
            <a:endParaRPr lang="en-US" sz="641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44A199-296C-6768-03E1-03FA7F7341C2}"/>
              </a:ext>
            </a:extLst>
          </p:cNvPr>
          <p:cNvSpPr txBox="1"/>
          <p:nvPr/>
        </p:nvSpPr>
        <p:spPr>
          <a:xfrm>
            <a:off x="8747760" y="6736080"/>
            <a:ext cx="571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A.V.V.S.S.PRASAD</a:t>
            </a:r>
            <a:b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abbireddysaiprasad@gmail.com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/>
      </p:transition>
    </mc:Choice>
    <mc:Fallback>
      <p:transition spd="slow">
        <p:spli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32104" y="1359408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Contents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322832" y="2346960"/>
            <a:ext cx="7912608" cy="46603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Introduction / Problem Statement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Project Overview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Tech Stack &amp; AI Integration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Workflow / System Architecture</a:t>
            </a:r>
          </a:p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36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Outcomes &amp; Future Scope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arp dir="in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432304"/>
            <a:ext cx="1216152" cy="12161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56" y="2432304"/>
            <a:ext cx="1216152" cy="121615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626096" y="539496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Efficient handling of large volumes of answer scripts.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832104" y="129844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Introduction / Problem Statement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960120" y="621792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Lack of consistency in marking across different evaluators.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960120" y="472440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Manual evaluation is time-consuming and labor-intensive.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626096" y="472440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Automation improves accuracy and reduces grading time significantly.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626096" y="3877056"/>
            <a:ext cx="605332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400" b="1" u="sng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Need for Automation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26096" y="609600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Enables immediate feedback for students, enhancing learning.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0120" y="3678936"/>
            <a:ext cx="605332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400" b="1" u="sng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Challenges in Manual Exam Paper Evaluation</a:t>
            </a:r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960120" y="548640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High potential for human error in grading, impacting fairness.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2944368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944368"/>
            <a:ext cx="475488" cy="47548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609344" y="348386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Upload student answers seamlessly via an easy-to-use interface.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8247888" y="2971800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Technical Features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2"/>
          <p:cNvSpPr/>
          <p:nvPr/>
        </p:nvSpPr>
        <p:spPr>
          <a:xfrm>
            <a:off x="832104" y="1691640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Project Overview</a:t>
            </a:r>
            <a:endParaRPr lang="en-US" sz="464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7635240" y="296265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2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996696" y="296265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1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1609344" y="2971800"/>
            <a:ext cx="555040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System Functionality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609344" y="421538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Generate model answers for accurate evaluation.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8247888" y="494690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Generates personalized feedback for students based on their performance.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247888" y="421538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Employs similarity matching to assess answers against model responses.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8247888" y="348386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Utilizes OCR technology for digital text extraction.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609344" y="494690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Evaluate scripts using advanced LLM (LLaMA 3) to ensure reliability.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247888" y="5678424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Displays marks and result status for faculty review.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936" y="2971800"/>
            <a:ext cx="1088136" cy="108813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971800"/>
            <a:ext cx="1088136" cy="10881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2971800"/>
            <a:ext cx="1088136" cy="10881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77472" y="2971800"/>
            <a:ext cx="1088136" cy="108813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32104" y="1828800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Technology Components</a:t>
            </a:r>
            <a:endParaRPr lang="en-US" sz="464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10963656" y="5059680"/>
            <a:ext cx="271576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 PDF text extractor for document processing and NLP comparison logic to enhance evaluation precision.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4297680" y="5059680"/>
            <a:ext cx="27157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 Node.js and MongoDB for robust server-side processing.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4297680" y="4395216"/>
            <a:ext cx="271576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Backend</a:t>
            </a:r>
            <a:endParaRPr lang="en-US" sz="2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960120" y="4395216"/>
            <a:ext cx="271576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Frontend</a:t>
            </a:r>
            <a:endParaRPr lang="en-US" sz="2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960120" y="5059680"/>
            <a:ext cx="27157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 React.js for a responsive user interface.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7626096" y="4395216"/>
            <a:ext cx="271576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AI Model</a:t>
            </a:r>
            <a:endParaRPr lang="en-US" sz="2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7626096" y="5059680"/>
            <a:ext cx="271576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 LLaMA 3 accessed via Together API or local Ollama setup.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8"/>
          <p:cNvSpPr/>
          <p:nvPr/>
        </p:nvSpPr>
        <p:spPr>
          <a:xfrm>
            <a:off x="10963656" y="4395216"/>
            <a:ext cx="271576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2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Tools</a:t>
            </a:r>
            <a:endParaRPr lang="en-US" sz="23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arp dir="in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642616"/>
            <a:ext cx="2569464" cy="9509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8832" y="2642616"/>
            <a:ext cx="2569464" cy="9509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2642616"/>
            <a:ext cx="2569464" cy="9509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507992"/>
            <a:ext cx="2569464" cy="9509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2642616"/>
            <a:ext cx="2569464" cy="95097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36" y="2642616"/>
            <a:ext cx="2569464" cy="950976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8869680" y="3941064"/>
            <a:ext cx="21031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AI Evaluation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7232904" y="28986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40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2426696" y="28986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40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645152" y="28986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40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048256" y="4764024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40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6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078992" y="5797296"/>
            <a:ext cx="21031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Account History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1466576" y="3941064"/>
            <a:ext cx="21031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Marks Display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675888" y="3941064"/>
            <a:ext cx="21031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Exam Setup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8"/>
          <p:cNvSpPr/>
          <p:nvPr/>
        </p:nvSpPr>
        <p:spPr>
          <a:xfrm>
            <a:off x="2048256" y="28986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40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1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272784" y="3941064"/>
            <a:ext cx="21031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Upload Scripts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832104" y="162763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Step-by-Step Work Flow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9829800" y="28986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400" dirty="0">
                <a:solidFill>
                  <a:srgbClr val="080808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1078992" y="3941064"/>
            <a:ext cx="2103120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Faculty login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56" y="2615184"/>
            <a:ext cx="1216152" cy="121615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615184"/>
            <a:ext cx="1216152" cy="121615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832104" y="1481328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Outcomes &amp; Future Scope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/>
          <p:cNvSpPr/>
          <p:nvPr/>
        </p:nvSpPr>
        <p:spPr>
          <a:xfrm>
            <a:off x="7626096" y="603504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Enhance LLM prompts for better understanding and feedback quality.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960120" y="4059936"/>
            <a:ext cx="605332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Achievements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7626096" y="530352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Aim to improve accuracy and support multiple languages in evaluations.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626096" y="4059936"/>
            <a:ext cx="605332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Future Enhancements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960120" y="457200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Successfully implemented auto evaluation and feedback generation.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26096" y="457200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Plan to integrate handwritten OCR for broader usability.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60120" y="5303520"/>
            <a:ext cx="6053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• Enabled tracking of exam history for better insights.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3474720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10"/>
              </a:lnSpc>
              <a:buNone/>
            </a:pPr>
            <a:r>
              <a:rPr lang="en-US" sz="8000" b="1" dirty="0">
                <a:solidFill>
                  <a:srgbClr val="FFFFFF"/>
                </a:solidFill>
                <a:latin typeface="Times New Roman" panose="02020603050405020304" pitchFamily="18" charset="0"/>
                <a:ea typeface="思源黑体-思源黑体-ExtraBold" pitchFamily="34" charset="-122"/>
                <a:cs typeface="Times New Roman" panose="02020603050405020304" pitchFamily="18" charset="0"/>
              </a:rPr>
              <a:t>Thank You</a:t>
            </a:r>
            <a:endParaRPr lang="en-US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5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345</Words>
  <Application>Microsoft Office PowerPoint</Application>
  <PresentationFormat>Custom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22A91A6167</cp:lastModifiedBy>
  <cp:revision>2</cp:revision>
  <dcterms:created xsi:type="dcterms:W3CDTF">2025-07-14T06:09:31Z</dcterms:created>
  <dcterms:modified xsi:type="dcterms:W3CDTF">2025-07-14T06:38:38Z</dcterms:modified>
</cp:coreProperties>
</file>